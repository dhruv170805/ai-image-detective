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Urbanist SemiBold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7B96DF-13B7-4E1F-8B7C-1291F59F3A5D}">
  <a:tblStyle styleId="{417B96DF-13B7-4E1F-8B7C-1291F59F3A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UrbanistSemiBold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boldItalic.fntdata"/><Relationship Id="rId30" Type="http://schemas.openxmlformats.org/officeDocument/2006/relationships/font" Target="fonts/UrbanistSemiBold-italic.fntdata"/><Relationship Id="rId11" Type="http://schemas.openxmlformats.org/officeDocument/2006/relationships/slide" Target="slides/slide5.xml"/><Relationship Id="rId33" Type="http://schemas.openxmlformats.org/officeDocument/2006/relationships/font" Target="fonts/Urbanist-bold.fntdata"/><Relationship Id="rId10" Type="http://schemas.openxmlformats.org/officeDocument/2006/relationships/slide" Target="slides/slide4.xml"/><Relationship Id="rId32" Type="http://schemas.openxmlformats.org/officeDocument/2006/relationships/font" Target="fonts/Urbanist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33701"/>
            <a:ext cx="110299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785836" y="1981348"/>
            <a:ext cx="262032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Vision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2926109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Neural Network for Automated Image-to-Text Analysis and Contextual Description Generation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333726"/>
            <a:ext cx="36766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Developer: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Krish Jadav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220640107004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57675" y="4333726"/>
            <a:ext cx="36766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Institution: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KJ Institute of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B.E. Computer (4th Year)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934325" y="4333726"/>
            <a:ext cx="36766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Collaboration: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FICE Education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Microsoft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2754659"/>
            <a:ext cx="9525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765708" y="3078509"/>
            <a:ext cx="466058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Context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700337" y="4023270"/>
            <a:ext cx="6791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Defining the core problem and the proposed AI-driven 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63229"/>
            <a:ext cx="3486150" cy="3215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63229"/>
            <a:ext cx="3486150" cy="3215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263229"/>
            <a:ext cx="3486150" cy="321543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Challenge &amp; Objective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71550" y="3301454"/>
            <a:ext cx="2840355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71550" y="3716684"/>
            <a:ext cx="27051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Digital platforms are saturated with visual data that lacks textual context, creating significant barriers for accessibility and automated indexing.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743450" y="3301454"/>
            <a:ext cx="2840355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43450" y="3716684"/>
            <a:ext cx="27051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Vision AI translates complex image pixels into high-fidelity natural language, enabling computers to "understand" and "describe" scenes.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15350" y="3301454"/>
            <a:ext cx="2840355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Requirement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15350" y="3716684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Developing a scalable, MERN-stack architecture that securely bridges modern web frontend with heavy AI inference engines.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68232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6823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2682329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 Intelligence Engine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2634704"/>
            <a:ext cx="5490686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Bridging the Perception Gap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2830710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of Vision AI is an automated pipeline that moves from raw image data to semantic understanding.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539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009650" y="3569791"/>
            <a:ext cx="480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local image preprocessing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09650" y="4082206"/>
            <a:ext cx="480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 data transport via Node.js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09650" y="4594621"/>
            <a:ext cx="480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Multi-clause descriptive inference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078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203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3272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Technological Architecture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81025" y="2103090"/>
            <a:ext cx="11029950" cy="353556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7"/>
          <p:cNvGraphicFramePr/>
          <p:nvPr/>
        </p:nvGraphicFramePr>
        <p:xfrm>
          <a:off x="581025" y="2103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{417B96DF-13B7-4E1F-8B7C-1291F59F3A5D}</a:tableStyleId>
              </a:tblPr>
              <a:tblGrid>
                <a:gridCol w="2467575"/>
                <a:gridCol w="2885475"/>
                <a:gridCol w="5676900"/>
              </a:tblGrid>
              <a:tr h="7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5CF6"/>
                    </a:solidFill>
                  </a:tcPr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React.js &amp; CSS3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Glassmorphism UI, Drag-and-Drop, Preview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 Server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Node.js &amp; Express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Multer File Handling, Child Process Bridging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Inference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3 &amp; PyTorch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Neural Network Execution, Image Tensors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BLIP-Large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HuggingFace Transformers, Beam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17"/>
          <p:cNvSpPr/>
          <p:nvPr/>
        </p:nvSpPr>
        <p:spPr>
          <a:xfrm>
            <a:off x="581025" y="2822227"/>
            <a:ext cx="24675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048595" y="2822227"/>
            <a:ext cx="28854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934075" y="2822227"/>
            <a:ext cx="5676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1025" y="3525142"/>
            <a:ext cx="24675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048595" y="3525142"/>
            <a:ext cx="28854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934075" y="3525142"/>
            <a:ext cx="5676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1025" y="4228058"/>
            <a:ext cx="24675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048595" y="4228058"/>
            <a:ext cx="28854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934075" y="4228058"/>
            <a:ext cx="5676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1025" y="4930973"/>
            <a:ext cx="246757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048595" y="4930973"/>
            <a:ext cx="28854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934075" y="4930973"/>
            <a:ext cx="56769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0300"/>
            <a:ext cx="3486150" cy="2941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00300"/>
            <a:ext cx="3486150" cy="2941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400300"/>
            <a:ext cx="3486150" cy="2941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Backend Workflow Process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971550" y="3438525"/>
            <a:ext cx="2840355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Intake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71550" y="3853755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Node.js receives the image via Multer, saving it temporarily in a secure 'uploads' folder for processing.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743450" y="3438525"/>
            <a:ext cx="2840355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Process Spawn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743450" y="3853755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synchronous child process triggers Python with the '-u' flag to ensure unbuffered real-time data streaming.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515350" y="3438525"/>
            <a:ext cx="2840355" cy="272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Safe Cleanup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515350" y="3853755"/>
            <a:ext cx="27051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After inference, the system revokes local object URLs and nukes temporary files to maintain zero memory footprint.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8194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8194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587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5785" y="3862238"/>
            <a:ext cx="6275189" cy="1226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Neural Network Detail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97539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335785" y="2652861"/>
            <a:ext cx="6588948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BLIP-Large Implementation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335785" y="2848867"/>
            <a:ext cx="627518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utilize the Salesforce BLIP model with 1.8GB of pre-trained parameters. To achieve "High Detail," the generation logic is tuned with mathematical penalties: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583435" y="4109888"/>
            <a:ext cx="577988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num_beams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: 5 (Search Depth)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min_new_tokens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: 40 (Detail Constraint)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repetition_penalty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: 1.5 (Clarity)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81025" y="1731764"/>
            <a:ext cx="5190648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Silicon Valley Aesthetic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81025" y="2615654"/>
            <a:ext cx="5190648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Premium Frontend Design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81025" y="281166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application employs a "Glassmorphism" interface designed to meet modern industry standards.</a:t>
            </a:r>
            <a:endParaRPr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1009650" y="3645991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Aurora animated backgrounds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09650" y="4158406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Frosted glass backdrop-filters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09650" y="4670821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Floating micro-animations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96506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08921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97459"/>
            <a:ext cx="5229225" cy="314682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Features &amp; Performance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009650" y="2297459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Drag-and-Drop Interaction: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Intuitive file handling for seamless user experience.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009650" y="3084165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Optimized Inference: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Prompted generation using secret starting phrases to guide AI logic.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009650" y="3870870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X-Ray Logging: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Built-in fault tolerance catching Python errors at the Node level.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009650" y="4657576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Scalability: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Distributed workload across Node.js (Web) and Python (Math).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661070" y="2937420"/>
            <a:ext cx="4670583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8B5CF6"/>
                </a:solidFill>
                <a:latin typeface="Urbanist"/>
                <a:ea typeface="Urbanist"/>
                <a:cs typeface="Urbanist"/>
                <a:sym typeface="Urbanist"/>
              </a:rPr>
              <a:t>98%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72275" y="4194720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Semantic accuracy in detailed scene description generation.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3555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12226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90897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69567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277311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81025" y="590550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Analysis Result Showcase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81025" y="1344810"/>
            <a:ext cx="11581447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A78BF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Output Example: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81025" y="1540817"/>
            <a:ext cx="11029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"A highly detailed description shows a man dressed in armor holding a sword and standing in a field of tall red grass with a bird flying in the distance behind him on a foggy sky behind him is a tree line of tall trees."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6235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/>
          <p:nvPr/>
        </p:nvSpPr>
        <p:spPr>
          <a:xfrm>
            <a:off x="581025" y="3008574"/>
            <a:ext cx="11030100" cy="1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Scope &amp; Roadmap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1699021" y="350430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20362" y="3980557"/>
            <a:ext cx="2547818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1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81025" y="4176563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Database integration with MongoDB for analysis history.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4566791" y="350430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3388131" y="3980557"/>
            <a:ext cx="2547818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2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448794" y="4176563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Transition to Multimodal LLMs (LLaVA) for VQA support.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7434560" y="350430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6255900" y="3980557"/>
            <a:ext cx="2547818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3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316563" y="4176563"/>
            <a:ext cx="242649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Cloud deployment using Docker &amp; Azure/AWS Containers.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10302329" y="350430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9123670" y="3980557"/>
            <a:ext cx="2547818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Phase 4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184332" y="4176563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Mobile integration via React Native components.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4345781" y="2468909"/>
            <a:ext cx="3500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 </a:t>
            </a: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986087" y="3413670"/>
            <a:ext cx="6219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Krish Jadav | 220640107004 | KJ Institute of Engineering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4148137" y="4160341"/>
            <a:ext cx="3895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5CF6"/>
                </a:solidFill>
                <a:latin typeface="Urbanist"/>
                <a:ea typeface="Urbanist"/>
                <a:cs typeface="Urbanist"/>
                <a:sym typeface="Urbanist"/>
              </a:rPr>
              <a:t> github.com/KrishJadav/AI-Image-Detective</a:t>
            </a:r>
            <a:endParaRPr/>
          </a:p>
        </p:txBody>
      </p:sp>
      <p:pic>
        <p:nvPicPr>
          <p:cNvPr descr="image.png" id="257" name="Google Shape;2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8137" y="4179391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819150" y="581025"/>
            <a:ext cx="11331416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81025" y="581025"/>
            <a:ext cx="57150" cy="5028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81025" y="220712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81025" y="318998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81025" y="397475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81025" y="31804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81025" y="318045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81025" y="39652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81025" y="39652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81025" y="47499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81025" y="47499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556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76400" y="234999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https://media.istockphoto.com/id/1452184251/vector/computer-vision-conceptual-illustration.jpg?s=612x612&amp;w=0&amp;k=20&amp;c=K4unTe9NkD2ev9kiO0Vn6de6PKOGHFoL4_lXey4KJQc=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76400" y="279380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39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76400" y="333285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https://images.stockcake.com/public/4/4/8/448a9e4e-9294-40ab-99af-7268ef3f3f9d_large/ai-neural-network-stockcake.jpg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76400" y="357857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24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76400" y="411762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https://cdn.dribbble.com/userupload/15813489/file/original-9784c3910b8ae034233dc1730426afbd.jpeg?resize=400x0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76400" y="436334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089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76400" y="490239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https://png.pngtree.com/thumb_back/fh260/background/20250407/pngtree-a-samurai-in-full-armor-standing-red-leaves-gloomy-atmosphere-image_17177288.jpg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76400" y="51481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